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-2011680"/>
            <a:ext cx="3840480" cy="3840480"/>
          </a:xfrm>
          <a:prstGeom prst="oval">
            <a:avLst/>
          </a:prstGeom>
          <a:solidFill>
            <a:srgbClr val="6366F1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23444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40156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Guard for the AI era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51476" y="406908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51476" y="4069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 EDITION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47188" y="4800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47188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1980" y="4800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1980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6772" y="4800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6772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41564" y="48006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41564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one paste away from a leak.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keep what you type.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cards, Aadhaar, API keys — once pasted, you can't take it back.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in seconds.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“summarize this” can hand a secret to a third-party model.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warns you.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and chatbots don't flag sensitive data before you hit send.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1737360"/>
            <a:ext cx="4800600" cy="3840480"/>
          </a:xfrm>
          <a:prstGeom prst="roundRect">
            <a:avLst>
              <a:gd name="adj" fmla="val 2857"/>
            </a:avLst>
          </a:prstGeom>
          <a:solidFill>
            <a:srgbClr val="12151C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19568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PROMPT — WATCHED LIVE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2340864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0B0D12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48716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this for me: my password is </a:t>
            </a:r>
            <a:pPr indent="0" marL="0">
              <a:lnSpc>
                <a:spcPct val="110000"/>
              </a:lnSpc>
              <a:buNone/>
            </a:pPr>
            <a:r>
              <a:rPr lang="en-US" sz="1250" b="1" u="sng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48#efhljhdfw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card </a:t>
            </a:r>
            <a:pPr indent="0" marL="0">
              <a:lnSpc>
                <a:spcPct val="110000"/>
              </a:lnSpc>
              <a:buNone/>
            </a:pPr>
            <a:r>
              <a:rPr lang="en-US" sz="1250" b="1" u="sng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4111 1111 1111 1111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3877056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2A1416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078224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895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detected — remove before sending.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45902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45902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••••hdfw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06840" y="459028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06840" y="45902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•••• 1111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— but for privacy.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quietly on every page and speaks up only when it matters.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054" y="258409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you the instant a secret appears — as you type or paste, in any text box.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0574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4231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25840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060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runs in a bundled engine inside your browser. No server, no account.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321040" y="20574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4231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014" y="258409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redact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641080" y="38862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field the moment you're warned — Grammarly-style, before you send.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in three quiet steps.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777240" cy="777240"/>
          </a:xfrm>
          <a:prstGeom prst="oval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or paste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AI prompt, a chat, a form — anywhere you enter text.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8338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331720"/>
            <a:ext cx="777240" cy="777240"/>
          </a:xfrm>
          <a:prstGeom prst="oval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0060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instantly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8404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values are underlined right where you typed them, live and on-device.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2386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1080" y="2331720"/>
            <a:ext cx="777240" cy="777240"/>
          </a:xfrm>
          <a:prstGeom prst="oval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410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4108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safe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41080" y="38404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was caught and redact it in one click — before you hit send.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matters — 28+ data types.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checksum validation (Luhn, Verhoeff) to cut false alarms.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4308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951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2752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(Luhn), CVV, bank accounts, IBAN, IFSC, UPI IDs.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2860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241" y="24308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2951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98080" y="27523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(Verhoeff), PAN, passport, SSN, voter ID, GSTIN, DOB.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3434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61" y="448824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525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&amp; secrets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28800" y="48097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API keys (AWS, Google, GitHub, OpenAI, Slack), JWTs, private keys.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402336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29400" y="43434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C084FC">
              <a:alpha val="18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41" y="4488241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3525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network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98080" y="48097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 numbers, IP &amp; MAC addresses, crypto wallets.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protect, not to annoy.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48" y="2021556"/>
            <a:ext cx="327721" cy="3277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01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type-guard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671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underlines that update as you type, in any field.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9280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428" y="2021556"/>
            <a:ext cx="327721" cy="3277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redact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every detected value in the field instantly.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026664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1927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C084FC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48" y="3448020"/>
            <a:ext cx="327721" cy="3277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Per-rule action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74920" y="32644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C084FC">
              <a:alpha val="2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74920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691640" y="35935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custom rule, choose Highlight or auto Mask &amp; redact.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9360" y="3026664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331927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428" y="3448020"/>
            <a:ext cx="327721" cy="3277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per site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10744200" y="32644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C084FC">
              <a:alpha val="2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744200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360920" y="35935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North Star off on sites you choose — youtube.com and more.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4453128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474573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AB308">
              <a:alpha val="18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48" y="4874484"/>
            <a:ext cx="327721" cy="32772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4654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 built-in types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691640" y="5020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IDs, cards, secrets — checksum-validated to cut noise.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309360" y="4453128"/>
            <a:ext cx="5303520" cy="1170432"/>
          </a:xfrm>
          <a:prstGeom prst="roundRect">
            <a:avLst>
              <a:gd name="adj" fmla="val 9375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83680" y="474573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6366F1">
              <a:alpha val="18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2428" y="4874484"/>
            <a:ext cx="327721" cy="32772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60920" y="46542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rules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7360920" y="50200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words, keywords or regex + starter packs, import/export.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291840"/>
            <a:ext cx="5029200" cy="5029200"/>
          </a:xfrm>
          <a:prstGeom prst="oval">
            <a:avLst/>
          </a:prstGeom>
          <a:solidFill>
            <a:srgbClr val="22C55E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— not just a promise.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ever leaves </a:t>
            </a:r>
            <a:pPr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a bundled engine that runs on-device. There's no server, no account, and no tracking. There's nothing to leak, because nothing is ever sent.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257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0280" y="5257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5257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0" y="5257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5257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DPDP 2023/2025 &amp; GDPR.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keeping sensitive data on your device, North Star helps you meet modern data-protection duties.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C7FF2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47656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isn't shared where it isn't needed — the heart of GDPR Art. 5 and DPDP.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41" y="247656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00600" y="3611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detection; raw data is never stored. Protection is the default — GDPR Art. 25.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01168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61A22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3317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97316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921" y="247656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identifiers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41080" y="3611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Aadhaar, PAN, passport, GSTIN detection — the data the DPDP Act is built to protect.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safeguard that supports compliance — not legal advice or a certification.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and it stays that way.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12151C"/>
          </a:solidFill>
          <a:ln w="12700">
            <a:solidFill>
              <a:srgbClr val="23293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forever · open-source</a:t>
            </a:r>
            <a:endParaRPr lang="en-US" sz="4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47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502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warnings anywhere, incl. ChatGPT, Claude, Gemini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31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highlighting + one-click redact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159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4270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 built-in data types + your own custom rules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70001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6542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Per-rule Highlight / Mask &amp; redact + per-site off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08406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50383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— nothing ever leaves your browser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4944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protected in under a minute.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6949440" y="3291840"/>
            <a:ext cx="3017520" cy="603504"/>
          </a:xfrm>
          <a:prstGeom prst="roundRect">
            <a:avLst>
              <a:gd name="adj" fmla="val 15152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44728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35240" y="32918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Chrome — free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6949440" y="4114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sign-up. Load it and start typing — the guard is on everywhere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4480560"/>
            <a:ext cx="3840480" cy="3840480"/>
          </a:xfrm>
          <a:prstGeom prst="oval">
            <a:avLst/>
          </a:prstGeom>
          <a:solidFill>
            <a:srgbClr val="6366F1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36" y="14173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with confidence.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accidentally hand your secrets to an AI again.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305556" y="4206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05556" y="4206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25796" y="4206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25796" y="4206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engine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46036" y="4206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81C25"/>
          </a:solidFill>
          <a:ln w="12700">
            <a:solidFill>
              <a:srgbClr val="2329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46036" y="4206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0" y="58521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— Privacy Guard  ·  Built by Aarush Gupta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Star — Individual</dc:title>
  <dc:subject>PptxGenJS Presentation</dc:subject>
  <dc:creator>Aarush Gupta</dc:creator>
  <cp:lastModifiedBy>Aarush Gupta</cp:lastModifiedBy>
  <cp:revision>1</cp:revision>
  <dcterms:created xsi:type="dcterms:W3CDTF">2026-07-09T03:11:20Z</dcterms:created>
  <dcterms:modified xsi:type="dcterms:W3CDTF">2026-07-09T03:11:20Z</dcterms:modified>
</cp:coreProperties>
</file>