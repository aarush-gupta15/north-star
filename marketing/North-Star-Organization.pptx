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94560"/>
            <a:ext cx="4572000" cy="4572000"/>
          </a:xfrm>
          <a:prstGeom prst="oval">
            <a:avLst/>
          </a:prstGeom>
          <a:solidFill>
            <a:srgbClr val="6366F1">
              <a:alpha val="13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23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64008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Organizations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Data-loss prevention for the AI era — stop sensitive data leaking into AI tools, and prove it.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2200046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892040"/>
            <a:ext cx="22000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Company-managed policy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41294" y="4892040"/>
            <a:ext cx="1841602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41294" y="4892040"/>
            <a:ext cx="18416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oversight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84064" y="4892040"/>
            <a:ext cx="1841602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84064" y="4892040"/>
            <a:ext cx="18416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is a data-leak vector.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paste sensitive data into AI tools.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PII, credentials, financials, even source code — into ChatGPT, Claude, Gemini.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see it happening.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leaves the browser before any network DLP or proxy can catch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expect controls.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and India's DPDP Act require you to prevent — and evidence — this kind of exposure.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040880" y="1783080"/>
            <a:ext cx="4480560" cy="3703320"/>
          </a:xfrm>
          <a:prstGeom prst="roundRect">
            <a:avLst>
              <a:gd name="adj" fmla="val 2963"/>
            </a:avLst>
          </a:prstGeom>
          <a:solidFill>
            <a:srgbClr val="12151C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NORTH STAR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0" y="246888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0B0D12"/>
          </a:solidFill>
          <a:ln w="12700">
            <a:solidFill>
              <a:srgbClr val="23293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624328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09560" y="24688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pastes customer PII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3800" y="29626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0" y="3182112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0B0D12"/>
          </a:solidFill>
          <a:ln w="12700">
            <a:solidFill>
              <a:srgbClr val="23293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33756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09560" y="31821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enters a third-party model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543800" y="36758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15200" y="3895344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0B0D12"/>
          </a:solidFill>
          <a:ln w="12700">
            <a:solidFill>
              <a:srgbClr val="23293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05079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09560" y="389534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warning, no record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543800" y="43891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315200" y="4608576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0B0D12"/>
          </a:solidFill>
          <a:ln w="12700">
            <a:solidFill>
              <a:srgbClr val="23293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6402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09560" y="46085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breach exposure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every browser. Oversee without exposure.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on-device engine your team uses — now company-managed, with masked incident reporting and an admin dashboard. You get oversight; employees' raw data still never leaves their device.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7889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054" y="2949854"/>
            <a:ext cx="409651" cy="4096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703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at the source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42062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is caught in the browser, before it can reach any AI tool.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242316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27889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7C7FF2">
              <a:alpha val="18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534" y="294985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3703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one policy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800600" y="42062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pushes managed rules to every install — employees can't disable them.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321040" y="242316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1080" y="27889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97316">
              <a:alpha val="18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2014" y="2949854"/>
            <a:ext cx="409651" cy="4096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41080" y="3703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&amp; evidence it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641080" y="42062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incidents flow to a dashboard with weekly PDF audit digests.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from keystroke to audit.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37460" cy="2743200"/>
          </a:xfrm>
          <a:prstGeom prst="roundRect">
            <a:avLst>
              <a:gd name="adj" fmla="val 4324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5910" y="25146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786" y="26654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37560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Detect on-device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extension flags sensitive data locally in the browser.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195828" y="31089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451860" y="2194560"/>
            <a:ext cx="2537460" cy="2743200"/>
          </a:xfrm>
          <a:prstGeom prst="roundRect">
            <a:avLst>
              <a:gd name="adj" fmla="val 4324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7690" y="25146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7C7FF2">
              <a:alpha val="18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566" y="26654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4740" y="3337560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Managed policy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34740" y="388620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IT-pushed rules (managed storage) apply to every employee.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007608" y="31089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263640" y="2194560"/>
            <a:ext cx="2537460" cy="2743200"/>
          </a:xfrm>
          <a:prstGeom prst="roundRect">
            <a:avLst>
              <a:gd name="adj" fmla="val 4324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89470" y="25146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97316">
              <a:alpha val="18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346" y="266547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3337560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Masked incident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46520" y="388620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 is sent despite a warning, a masked-only alert is logged.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819388" y="31089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075420" y="2194560"/>
            <a:ext cx="2537460" cy="2743200"/>
          </a:xfrm>
          <a:prstGeom prst="roundRect">
            <a:avLst>
              <a:gd name="adj" fmla="val 4324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01250" y="25146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C084FC">
              <a:alpha val="18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2126" y="266547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58300" y="3337560"/>
            <a:ext cx="2171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Dashboard &amp; PDF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258300" y="388620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review incidents and export weekly compliance digests.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masked summaries move beyond the device — raw values never do.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Individual, plus oversight.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7C7FF2">
              <a:alpha val="1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61" y="2202241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29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Company-managed policy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4871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enforces rules via managed storage — employees can't turn them off.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05740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97316">
              <a:alpha val="18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241" y="2202241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029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98080" y="24871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alerts when sensitive data is sent despite a warning.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39776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C084FC">
              <a:alpha val="18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61" y="4122481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950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44074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incident log, and weekly PDF digests in one place.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365760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39776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241" y="4122481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950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access (RBAC)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98080" y="44074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analyst / user — only the right people see incidents.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WITHOUT EXPOSURE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incident — never the secret.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incident records who, when, where and how risky — with only a masked snippet. The raw value is never captured.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328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4871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employee &amp; role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358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9900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and time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3872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34930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&amp; data types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4164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39959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snippet only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5852160" y="1600200"/>
            <a:ext cx="5669280" cy="3794760"/>
          </a:xfrm>
          <a:prstGeom prst="roundRect">
            <a:avLst>
              <a:gd name="adj" fmla="val 2892"/>
            </a:avLst>
          </a:prstGeom>
          <a:solidFill>
            <a:srgbClr val="12151C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6126480" y="1819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 ·  ADMIN VIEW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203704"/>
          <a:ext cx="51206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97280"/>
                <a:gridCol w="731520"/>
                <a:gridCol w="96012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AA4B2"/>
                          </a:solidFill>
                        </a:rPr>
                        <a:t>Employee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AA4B2"/>
                          </a:solidFill>
                        </a:rPr>
                        <a:t>Site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AA4B2"/>
                          </a:solidFill>
                        </a:rPr>
                        <a:t>Risk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AA4B2"/>
                          </a:solidFill>
                        </a:rPr>
                        <a:t>Types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AA4B2"/>
                          </a:solidFill>
                        </a:rPr>
                        <a:t>Snippet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Sharma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chatgpt.com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PAN, 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9E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card •••• 1111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Iyer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9E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r•••@acme.io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Khan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Aadhaar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6E9E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•••• 6783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</a:tr>
            </a:tbl>
          </a:graphicData>
        </a:graphic>
      </p:graphicFrame>
      <p:sp>
        <p:nvSpPr>
          <p:cNvPr id="16" name="Text 9"/>
          <p:cNvSpPr/>
          <p:nvPr/>
        </p:nvSpPr>
        <p:spPr>
          <a:xfrm>
            <a:off x="6126480" y="4663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masked snippets are stored — e.g. card •••• 1111, never the full number.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+ Rules 2025, and GDPR.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 14 Nov 2025, the DPDP Rules operationalise India's data-protection law. North Star maps to its core duties — and to GDPR.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317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7C7FF2">
              <a:alpha val="1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61" y="2476561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154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mapping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6118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minimisation, purpose limitation &amp; security of processing — mapped to controls.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0560" y="201168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23317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97316">
              <a:alpha val="18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441" y="247656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3154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readiness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800600" y="36118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incident logs support the DPDP Rules' 72-hour breach-reporting window.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21040" y="201168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1080" y="23317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921" y="2476561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41080" y="3154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on demand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641080" y="36118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 and weekly PDF digests let you demonstrate — not just claim — compliance.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49377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your compliance programme; data-controller / Data Fiduciary responsibilities remain with your organisation.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108960"/>
            <a:ext cx="5120640" cy="5120640"/>
          </a:xfrm>
          <a:prstGeom prst="oval">
            <a:avLst/>
          </a:prstGeom>
          <a:solidFill>
            <a:srgbClr val="22C55E">
              <a:alpha val="1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240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Privacy-safe by design.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017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leak </a:t>
            </a:r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never stored.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37947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runs on the employee's device. Only masked summaries — data types, counts, and a last-4 snippet like card •••• 1111 — reach the company backend. Raw values are never captured, transmitted, or saved.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5166360"/>
            <a:ext cx="1931213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166360"/>
            <a:ext cx="19312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detection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72461" y="5166360"/>
            <a:ext cx="1662379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72461" y="5166360"/>
            <a:ext cx="16623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Masked-only sync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36008" y="5166360"/>
            <a:ext cx="1751990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5166360"/>
            <a:ext cx="1751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PII stored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like production software.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38109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768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MV3 · shared JS engine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+ sync policy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37076" y="2834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434840" y="196596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2402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7C7FF2">
              <a:alpha val="18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978" y="238109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2768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709160" y="30632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Layered: API → service →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· JWT + RBAC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831836" y="2834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8229600" y="196596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03920" y="22402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97316">
              <a:alpha val="18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738" y="238109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81160" y="22768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cache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503920" y="30632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(system of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record) · Redis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4709160"/>
            <a:ext cx="693115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" y="4709160"/>
            <a:ext cx="6931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1479499" y="4709160"/>
            <a:ext cx="778154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479499" y="4709160"/>
            <a:ext cx="7781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2403958" y="4709160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403958" y="4709160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3583534" y="4709160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583534" y="4709160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763110" y="4709160"/>
            <a:ext cx="2223821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63110" y="4709160"/>
            <a:ext cx="22238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Presidio-style detectors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133234" y="4709160"/>
            <a:ext cx="693115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133234" y="4709160"/>
            <a:ext cx="6931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7972654" y="4709160"/>
            <a:ext cx="1628546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972654" y="4709160"/>
            <a:ext cx="16285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9747504" y="4709160"/>
            <a:ext cx="608076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9747504" y="4709160"/>
            <a:ext cx="608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 posture.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46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6E9EF"/>
                          </a:solidFill>
                        </a:rPr>
                        <a:t>Control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6E9EF"/>
                          </a:solidFill>
                        </a:rPr>
                        <a:t>How North Star handles it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(HS256) with bcrypt password hashing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 — admin / analyst / user, per-route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PII never persisted; only masked summaries stored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 safety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ORM-parameterised queries — no string-built 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· GitHub Actions CI (lint, type-check, test)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9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— Container Apps, managed Postgres &amp; Redis, Key Vault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oversight, not per-leak.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0" cy="3840480"/>
          </a:xfrm>
          <a:prstGeom prst="roundRect">
            <a:avLst>
              <a:gd name="adj" fmla="val 2857"/>
            </a:avLst>
          </a:prstGeom>
          <a:solidFill>
            <a:srgbClr val="12151C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17720" y="21488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6366F1">
              <a:alpha val="22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17720" y="2148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COMPANIES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per-seat · billed to the company</a:t>
            </a:r>
            <a:endParaRPr lang="en-US" sz="3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54787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5021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Individual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93192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886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Company-managed, locked policy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1596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2702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incident reporting + admin dashboard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70001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6542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2023/2025 &amp; GDPR mapping + PDF audit digests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084064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17320" y="50383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roadmap: SSO, OCR ingestion, more connectors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6949440" y="22402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privacy oversight to your team.</a:t>
            </a:r>
            <a:endParaRPr lang="en-US" sz="2300" dirty="0"/>
          </a:p>
        </p:txBody>
      </p:sp>
      <p:sp>
        <p:nvSpPr>
          <p:cNvPr id="20" name="Shape 13"/>
          <p:cNvSpPr/>
          <p:nvPr/>
        </p:nvSpPr>
        <p:spPr>
          <a:xfrm>
            <a:off x="6949440" y="3246120"/>
            <a:ext cx="2468880" cy="603504"/>
          </a:xfrm>
          <a:prstGeom prst="roundRect">
            <a:avLst>
              <a:gd name="adj" fmla="val 15152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6949440" y="32461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us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949440" y="40690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 your org, set one policy, and get weekly evidence — without ever seeing an employee's raw data.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94944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— Built by Aarush Gupta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 Star — Organization</dc:title>
  <dc:subject>PptxGenJS Presentation</dc:subject>
  <dc:creator>Aarush Gupta</dc:creator>
  <cp:lastModifiedBy>Aarush Gupta</cp:lastModifiedBy>
  <cp:revision>1</cp:revision>
  <dcterms:created xsi:type="dcterms:W3CDTF">2026-07-09T03:11:20Z</dcterms:created>
  <dcterms:modified xsi:type="dcterms:W3CDTF">2026-07-09T03:11:20Z</dcterms:modified>
</cp:coreProperties>
</file>